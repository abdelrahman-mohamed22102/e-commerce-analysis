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0B006-3C5A-1FCD-DFF9-EFBA5AF46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4DC2A1-DC83-176E-3813-818AFB1F4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A49AA-ACB1-8629-F40B-DB4A36F14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5DD5-0F2F-42A0-9C57-78B815441496}" type="datetimeFigureOut">
              <a:rPr lang="en-US" smtClean="0"/>
              <a:t>2026-02-21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60129-DB0F-8866-9B57-B0129C81C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986CC-6931-9873-9B06-FC93A50B4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6DE91-7AE2-42A9-8932-0CCFA5926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92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75493-EC20-6D0C-201D-AB0A7495A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31084-4D52-BC22-F1E0-6B08777D6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B2375-B629-5713-8BE9-7A601EB93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5DD5-0F2F-42A0-9C57-78B815441496}" type="datetimeFigureOut">
              <a:rPr lang="en-US" smtClean="0"/>
              <a:t>2026-02-21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C29E0-A20E-6A17-7D3E-ACD5E811E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69147-0DA9-E7D9-60C7-A37B8079D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6DE91-7AE2-42A9-8932-0CCFA5926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5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0DE6C-43F9-D36F-8B21-9A6922300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CB152-9D77-01EA-6219-1FF292F58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9E0B4-EBA6-B233-EE6A-09E401CAC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5DD5-0F2F-42A0-9C57-78B815441496}" type="datetimeFigureOut">
              <a:rPr lang="en-US" smtClean="0"/>
              <a:t>2026-02-21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EF656-5635-D5EF-265A-7AFAD9540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4F6C6-C768-9E3E-E9AD-C23E3886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6DE91-7AE2-42A9-8932-0CCFA5926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87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D9838-B718-233D-C88B-00B6ED5C4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A9A8A-07C1-4C3E-DAE9-C76F5C0996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2E88D-4129-DC5D-132A-A47D83FFE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2FB96-C40E-0F9D-545E-869EC48BC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5DD5-0F2F-42A0-9C57-78B815441496}" type="datetimeFigureOut">
              <a:rPr lang="en-US" smtClean="0"/>
              <a:t>2026-02-21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055CD-6D78-4374-9D48-1E3205AAD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49DE89-B0BB-9504-0FEE-FAE62F30F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6DE91-7AE2-42A9-8932-0CCFA5926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07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5C56E-4960-0E07-7890-81F3F2129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8F39E-B114-E065-DA49-D7CB47042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FB797-DF70-DD49-57F1-249E22CA5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D99E15-EA79-B020-BFAF-CBA8784EA0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5A3B34-CF45-28AE-05BE-76205F80C9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EB47BE-138E-BA63-D261-92BE93808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5DD5-0F2F-42A0-9C57-78B815441496}" type="datetimeFigureOut">
              <a:rPr lang="en-US" smtClean="0"/>
              <a:t>2026-02-21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B1A6C9-1484-F0B6-AF60-F13B1C203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F307D-3772-CF1D-3B27-6252F918A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6DE91-7AE2-42A9-8932-0CCFA5926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59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AD9C3-FEB8-FE91-FC2C-D759E313C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3A7CE4-67E9-B3C5-0CBA-1480B4F7F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5DD5-0F2F-42A0-9C57-78B815441496}" type="datetimeFigureOut">
              <a:rPr lang="en-US" smtClean="0"/>
              <a:t>2026-02-21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B488B4-F823-F963-3F83-141FE4BE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CF951A-8965-3629-88F6-61EDD289A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6DE91-7AE2-42A9-8932-0CCFA5926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76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211E75-E6EA-8BF4-6F2F-1468F893E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5DD5-0F2F-42A0-9C57-78B815441496}" type="datetimeFigureOut">
              <a:rPr lang="en-US" smtClean="0"/>
              <a:t>2026-02-21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7AAC59-CF59-E6CD-586A-D0A0EDE31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BAC04-8CCA-13C1-7EC5-7BBEA0BF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6DE91-7AE2-42A9-8932-0CCFA5926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541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8E71A-A124-A318-73EF-D0D97E5F9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110E8-E7B4-84F7-8764-4E970813E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25D22-A4C1-493A-4885-3ED3D6092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3C898-D4F6-9152-18CC-1C54DDBCF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5DD5-0F2F-42A0-9C57-78B815441496}" type="datetimeFigureOut">
              <a:rPr lang="en-US" smtClean="0"/>
              <a:t>2026-02-21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E693B-2473-4FA6-8843-69B443C8A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CA7FA-9ED1-B0ED-48AD-A0D9AC5E3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6DE91-7AE2-42A9-8932-0CCFA5926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223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E7878-CB09-7055-E60D-30B3482A6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99099A-9685-D4B6-D5CF-830732A14B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23E9E-914C-10C9-2265-8698BDE61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7907A-26F4-2E5E-4697-20836D50F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5DD5-0F2F-42A0-9C57-78B815441496}" type="datetimeFigureOut">
              <a:rPr lang="en-US" smtClean="0"/>
              <a:t>2026-02-21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3E643-FD20-4026-0131-99D61A7DD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584D1-FEC9-4CBD-5D32-5D342085A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6DE91-7AE2-42A9-8932-0CCFA5926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78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C3ED1-2CBC-E78D-A782-54269D8EA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A5C295-3B35-C517-543C-FEBAFCB45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25C8C-E9A1-1E0D-CC7E-9327268E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5DD5-0F2F-42A0-9C57-78B815441496}" type="datetimeFigureOut">
              <a:rPr lang="en-US" smtClean="0"/>
              <a:t>2026-02-21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B8290-F003-CA72-17E4-25C7C2EC0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39D3D-881A-FA71-057B-FD97315B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6DE91-7AE2-42A9-8932-0CCFA5926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3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5891BA-FDCD-D37D-B272-9B8CE4950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E6FA72-174F-D8F5-7099-1983EAA50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7BA05-D513-A644-1251-9A38FB8CD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5DD5-0F2F-42A0-9C57-78B815441496}" type="datetimeFigureOut">
              <a:rPr lang="en-US" smtClean="0"/>
              <a:t>2026-02-21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6F6CE-4A89-F569-6B78-06A24B161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9B348-A016-A787-2C9C-812055ED7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6DE91-7AE2-42A9-8932-0CCFA5926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741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F84A90-DD43-BCD8-FA23-E04D75A12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5446F-79C9-3FFC-E0C4-7F500A49D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742B7-09CD-6B5C-D4CB-636DD5E1ED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945DD5-0F2F-42A0-9C57-78B815441496}" type="datetimeFigureOut">
              <a:rPr lang="en-US" smtClean="0"/>
              <a:t>2026-02-21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6C465-199E-833E-99F2-D3F4CAEF2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9DB61-A9B6-452C-3F8A-FED8AE7F12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6DE91-7AE2-42A9-8932-0CCFA5926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88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903E2-6C78-9D76-0960-0871CA24F2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E-Commerce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02868B-7FDF-6164-5E29-38CD046AE3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Abdelrahman </a:t>
            </a:r>
            <a:r>
              <a:rPr lang="en-US" dirty="0" err="1"/>
              <a:t>mohmaed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772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F5B37-8F5E-A1B2-6C6E-9E30CE801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7FE2D-E1CE-8273-3CE0-9EAF170CF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Dataset: E-Commerce Dataset</a:t>
            </a:r>
          </a:p>
          <a:p>
            <a:r>
              <a:rPr lang="en-US" dirty="0"/>
              <a:t>Data source: Flat File (CSV)</a:t>
            </a:r>
          </a:p>
          <a:p>
            <a:r>
              <a:rPr lang="en-US" dirty="0"/>
              <a:t>Dimensions:  9994 rows, 21 Columns</a:t>
            </a:r>
          </a:p>
          <a:p>
            <a:r>
              <a:rPr lang="en-US" dirty="0"/>
              <a:t>Audience: Stakeholders </a:t>
            </a:r>
          </a:p>
        </p:txBody>
      </p:sp>
    </p:spTree>
    <p:extLst>
      <p:ext uri="{BB962C8B-B14F-4D97-AF65-F5344CB8AC3E}">
        <p14:creationId xmlns:p14="http://schemas.microsoft.com/office/powerpoint/2010/main" val="2583226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80411-8A40-D1A5-7A72-1D148A9FF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DB40E-3432-D4B8-C342-E2D582BA6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Track sales Trend through period 2018-2021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Analyze Customers behavior (Churn/Retained)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 RFM Segmentation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Analyze most profitable Products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851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33E52-4E44-D51F-2175-E2D5E0CFF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In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47F4C-A62A-0C79-189D-529E1BACD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488"/>
            <a:ext cx="10515600" cy="497433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First row data have Inconsistent structure (Not follow other data structure)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Decided To Terminate first ROW_ID= 1</a:t>
            </a:r>
          </a:p>
          <a:p>
            <a:r>
              <a:rPr lang="en-US" dirty="0"/>
              <a:t>There is Some Inconsistent Customer Name In Many rows like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Decided To Do Nothing</a:t>
            </a:r>
          </a:p>
          <a:p>
            <a:pPr lvl="2"/>
            <a:r>
              <a:rPr lang="en-US" dirty="0"/>
              <a:t>According To Other Rows With Same Customer ID Shows Only Customer Name is Wrong and Other row features Seems good  and Problem Solved In Model (Treated With ID’s)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City Burlington, In State Vermont Have No Postal Code But it Used in Model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Decided To Fill With Right Values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D4BAFE-3A61-ADC9-FC31-9AE79BAD7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520616"/>
              </p:ext>
            </p:extLst>
          </p:nvPr>
        </p:nvGraphicFramePr>
        <p:xfrm>
          <a:off x="2032000" y="3672110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39706241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5377109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0029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091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CA-2020-152156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CG-12520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79525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10,11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CA-2018-115812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BH-11710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90899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CA-2021-114412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AA-10480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56099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8649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0E63C-5846-0F56-53D2-B355BE456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 (Star Schema)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C849174-49DE-9BCE-01A8-36F460D87B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6312" y="1487297"/>
            <a:ext cx="6542457" cy="514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31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26B9C-EB50-95F8-869F-40E4BDE2E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EFB1B-1331-FE0C-4925-F7A479902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496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162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Aptos Narrow</vt:lpstr>
      <vt:lpstr>Arial</vt:lpstr>
      <vt:lpstr>Wingdings</vt:lpstr>
      <vt:lpstr>Office Theme</vt:lpstr>
      <vt:lpstr>E-Commerce Analysis</vt:lpstr>
      <vt:lpstr>Structure</vt:lpstr>
      <vt:lpstr>Requirements</vt:lpstr>
      <vt:lpstr>Issues In Dataset</vt:lpstr>
      <vt:lpstr>Data Model (Star Schema)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Abdelrahman Abdellatif</dc:creator>
  <cp:lastModifiedBy>Abdelrahman Abdellatif</cp:lastModifiedBy>
  <cp:revision>1</cp:revision>
  <dcterms:created xsi:type="dcterms:W3CDTF">2026-02-21T03:10:03Z</dcterms:created>
  <dcterms:modified xsi:type="dcterms:W3CDTF">2026-02-21T08:05:23Z</dcterms:modified>
</cp:coreProperties>
</file>